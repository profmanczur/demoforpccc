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D6974-6903-4FDE-A18A-A6E66E5BEACF}" v="26" dt="2026-03-17T17:03:14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anczur" userId="e6c8bd5edea5d806" providerId="LiveId" clId="{1D531077-96C5-4D70-8234-DB9B69B4E661}"/>
    <pc:docChg chg="custSel addSld modSld">
      <pc:chgData name="Jonathan Manczur" userId="e6c8bd5edea5d806" providerId="LiveId" clId="{1D531077-96C5-4D70-8234-DB9B69B4E661}" dt="2026-03-17T17:03:16.934" v="1186" actId="26606"/>
      <pc:docMkLst>
        <pc:docMk/>
      </pc:docMkLst>
      <pc:sldChg chg="addSp modSp mod setBg">
        <pc:chgData name="Jonathan Manczur" userId="e6c8bd5edea5d806" providerId="LiveId" clId="{1D531077-96C5-4D70-8234-DB9B69B4E661}" dt="2026-03-17T13:57:12.331" v="87" actId="14100"/>
        <pc:sldMkLst>
          <pc:docMk/>
          <pc:sldMk cId="3257686840" sldId="260"/>
        </pc:sldMkLst>
        <pc:spChg chg="mod">
          <ac:chgData name="Jonathan Manczur" userId="e6c8bd5edea5d806" providerId="LiveId" clId="{1D531077-96C5-4D70-8234-DB9B69B4E661}" dt="2026-03-17T13:55:38.389" v="38" actId="26606"/>
          <ac:spMkLst>
            <pc:docMk/>
            <pc:sldMk cId="3257686840" sldId="260"/>
            <ac:spMk id="2" creationId="{FF4E302B-22B5-17DC-D8C6-E7EF35E3EBE4}"/>
          </ac:spMkLst>
        </pc:spChg>
        <pc:spChg chg="mod">
          <ac:chgData name="Jonathan Manczur" userId="e6c8bd5edea5d806" providerId="LiveId" clId="{1D531077-96C5-4D70-8234-DB9B69B4E661}" dt="2026-03-17T13:57:12.331" v="87" actId="14100"/>
          <ac:spMkLst>
            <pc:docMk/>
            <pc:sldMk cId="3257686840" sldId="260"/>
            <ac:spMk id="3" creationId="{5EFDD408-2713-CB8D-281B-190B1D5DC713}"/>
          </ac:spMkLst>
        </pc:spChg>
        <pc:spChg chg="add">
          <ac:chgData name="Jonathan Manczur" userId="e6c8bd5edea5d806" providerId="LiveId" clId="{1D531077-96C5-4D70-8234-DB9B69B4E661}" dt="2026-03-17T13:55:38.389" v="38" actId="26606"/>
          <ac:spMkLst>
            <pc:docMk/>
            <pc:sldMk cId="3257686840" sldId="260"/>
            <ac:spMk id="5127" creationId="{058A14AF-9FB5-4CC7-BA35-E8E85D3EDF0E}"/>
          </ac:spMkLst>
        </pc:spChg>
        <pc:spChg chg="add">
          <ac:chgData name="Jonathan Manczur" userId="e6c8bd5edea5d806" providerId="LiveId" clId="{1D531077-96C5-4D70-8234-DB9B69B4E661}" dt="2026-03-17T13:55:38.389" v="38" actId="26606"/>
          <ac:spMkLst>
            <pc:docMk/>
            <pc:sldMk cId="3257686840" sldId="260"/>
            <ac:spMk id="5129" creationId="{3A9A4357-BD1D-4622-A4FE-766E6AB8DE84}"/>
          </ac:spMkLst>
        </pc:spChg>
        <pc:spChg chg="add">
          <ac:chgData name="Jonathan Manczur" userId="e6c8bd5edea5d806" providerId="LiveId" clId="{1D531077-96C5-4D70-8234-DB9B69B4E661}" dt="2026-03-17T13:55:38.389" v="38" actId="26606"/>
          <ac:spMkLst>
            <pc:docMk/>
            <pc:sldMk cId="3257686840" sldId="260"/>
            <ac:spMk id="5131" creationId="{E659831F-0D9A-4C63-9EBB-8435B85A440F}"/>
          </ac:spMkLst>
        </pc:spChg>
        <pc:spChg chg="add">
          <ac:chgData name="Jonathan Manczur" userId="e6c8bd5edea5d806" providerId="LiveId" clId="{1D531077-96C5-4D70-8234-DB9B69B4E661}" dt="2026-03-17T13:55:38.389" v="38" actId="26606"/>
          <ac:spMkLst>
            <pc:docMk/>
            <pc:sldMk cId="3257686840" sldId="260"/>
            <ac:spMk id="5133" creationId="{E6995CE5-F890-4ABA-82A2-26507CE8D2A3}"/>
          </ac:spMkLst>
        </pc:spChg>
        <pc:picChg chg="add mod">
          <ac:chgData name="Jonathan Manczur" userId="e6c8bd5edea5d806" providerId="LiveId" clId="{1D531077-96C5-4D70-8234-DB9B69B4E661}" dt="2026-03-17T13:55:38.389" v="38" actId="26606"/>
          <ac:picMkLst>
            <pc:docMk/>
            <pc:sldMk cId="3257686840" sldId="260"/>
            <ac:picMk id="5122" creationId="{ED0C4746-88FD-476A-B7D8-0913BE92E8F4}"/>
          </ac:picMkLst>
        </pc:picChg>
      </pc:sldChg>
      <pc:sldChg chg="addSp modSp new mod setBg">
        <pc:chgData name="Jonathan Manczur" userId="e6c8bd5edea5d806" providerId="LiveId" clId="{1D531077-96C5-4D70-8234-DB9B69B4E661}" dt="2026-03-17T14:00:00.361" v="182" actId="26606"/>
        <pc:sldMkLst>
          <pc:docMk/>
          <pc:sldMk cId="3429134709" sldId="261"/>
        </pc:sldMkLst>
        <pc:spChg chg="mod">
          <ac:chgData name="Jonathan Manczur" userId="e6c8bd5edea5d806" providerId="LiveId" clId="{1D531077-96C5-4D70-8234-DB9B69B4E661}" dt="2026-03-17T14:00:00.361" v="182" actId="26606"/>
          <ac:spMkLst>
            <pc:docMk/>
            <pc:sldMk cId="3429134709" sldId="261"/>
            <ac:spMk id="2" creationId="{05EE7DB7-B545-8FF1-5177-050AAD815D43}"/>
          </ac:spMkLst>
        </pc:spChg>
        <pc:spChg chg="mod">
          <ac:chgData name="Jonathan Manczur" userId="e6c8bd5edea5d806" providerId="LiveId" clId="{1D531077-96C5-4D70-8234-DB9B69B4E661}" dt="2026-03-17T14:00:00.361" v="182" actId="26606"/>
          <ac:spMkLst>
            <pc:docMk/>
            <pc:sldMk cId="3429134709" sldId="261"/>
            <ac:spMk id="3" creationId="{5DCBF6CB-B335-5FDB-457E-CFECE1CF8210}"/>
          </ac:spMkLst>
        </pc:spChg>
        <pc:spChg chg="add">
          <ac:chgData name="Jonathan Manczur" userId="e6c8bd5edea5d806" providerId="LiveId" clId="{1D531077-96C5-4D70-8234-DB9B69B4E661}" dt="2026-03-17T14:00:00.361" v="182" actId="26606"/>
          <ac:spMkLst>
            <pc:docMk/>
            <pc:sldMk cId="3429134709" sldId="261"/>
            <ac:spMk id="6151" creationId="{F821940F-7A1D-4ACC-85B4-A932898ABB37}"/>
          </ac:spMkLst>
        </pc:spChg>
        <pc:spChg chg="add">
          <ac:chgData name="Jonathan Manczur" userId="e6c8bd5edea5d806" providerId="LiveId" clId="{1D531077-96C5-4D70-8234-DB9B69B4E661}" dt="2026-03-17T14:00:00.361" v="182" actId="26606"/>
          <ac:spMkLst>
            <pc:docMk/>
            <pc:sldMk cId="3429134709" sldId="261"/>
            <ac:spMk id="6153" creationId="{16674508-81D3-48CF-96BF-7FC60EAA572A}"/>
          </ac:spMkLst>
        </pc:spChg>
        <pc:picChg chg="add mod">
          <ac:chgData name="Jonathan Manczur" userId="e6c8bd5edea5d806" providerId="LiveId" clId="{1D531077-96C5-4D70-8234-DB9B69B4E661}" dt="2026-03-17T14:00:00.361" v="182" actId="26606"/>
          <ac:picMkLst>
            <pc:docMk/>
            <pc:sldMk cId="3429134709" sldId="261"/>
            <ac:picMk id="6146" creationId="{8FCF1B00-2E86-6E3A-FCB8-FF4C043620CA}"/>
          </ac:picMkLst>
        </pc:picChg>
      </pc:sldChg>
      <pc:sldChg chg="addSp modSp new mod setBg">
        <pc:chgData name="Jonathan Manczur" userId="e6c8bd5edea5d806" providerId="LiveId" clId="{1D531077-96C5-4D70-8234-DB9B69B4E661}" dt="2026-03-17T16:13:10.852" v="552" actId="20577"/>
        <pc:sldMkLst>
          <pc:docMk/>
          <pc:sldMk cId="3732718010" sldId="262"/>
        </pc:sldMkLst>
        <pc:spChg chg="mod">
          <ac:chgData name="Jonathan Manczur" userId="e6c8bd5edea5d806" providerId="LiveId" clId="{1D531077-96C5-4D70-8234-DB9B69B4E661}" dt="2026-03-17T14:03:31.794" v="271" actId="26606"/>
          <ac:spMkLst>
            <pc:docMk/>
            <pc:sldMk cId="3732718010" sldId="262"/>
            <ac:spMk id="2" creationId="{CBBA2805-A227-14EB-F376-0986E104E4AE}"/>
          </ac:spMkLst>
        </pc:spChg>
        <pc:spChg chg="mod">
          <ac:chgData name="Jonathan Manczur" userId="e6c8bd5edea5d806" providerId="LiveId" clId="{1D531077-96C5-4D70-8234-DB9B69B4E661}" dt="2026-03-17T16:13:10.852" v="552" actId="20577"/>
          <ac:spMkLst>
            <pc:docMk/>
            <pc:sldMk cId="3732718010" sldId="262"/>
            <ac:spMk id="3" creationId="{0339ACCF-3DDA-0411-71DB-EE47314FAFB2}"/>
          </ac:spMkLst>
        </pc:spChg>
        <pc:spChg chg="add">
          <ac:chgData name="Jonathan Manczur" userId="e6c8bd5edea5d806" providerId="LiveId" clId="{1D531077-96C5-4D70-8234-DB9B69B4E661}" dt="2026-03-17T14:03:31.794" v="271" actId="26606"/>
          <ac:spMkLst>
            <pc:docMk/>
            <pc:sldMk cId="3732718010" sldId="262"/>
            <ac:spMk id="7175" creationId="{F821940F-7A1D-4ACC-85B4-A932898ABB37}"/>
          </ac:spMkLst>
        </pc:spChg>
        <pc:spChg chg="add">
          <ac:chgData name="Jonathan Manczur" userId="e6c8bd5edea5d806" providerId="LiveId" clId="{1D531077-96C5-4D70-8234-DB9B69B4E661}" dt="2026-03-17T14:03:31.794" v="271" actId="26606"/>
          <ac:spMkLst>
            <pc:docMk/>
            <pc:sldMk cId="3732718010" sldId="262"/>
            <ac:spMk id="7177" creationId="{16674508-81D3-48CF-96BF-7FC60EAA572A}"/>
          </ac:spMkLst>
        </pc:spChg>
        <pc:picChg chg="add mod">
          <ac:chgData name="Jonathan Manczur" userId="e6c8bd5edea5d806" providerId="LiveId" clId="{1D531077-96C5-4D70-8234-DB9B69B4E661}" dt="2026-03-17T14:03:31.794" v="271" actId="26606"/>
          <ac:picMkLst>
            <pc:docMk/>
            <pc:sldMk cId="3732718010" sldId="262"/>
            <ac:picMk id="7170" creationId="{7DE35EB2-158B-F1EA-2261-9FBD39D01DBE}"/>
          </ac:picMkLst>
        </pc:picChg>
      </pc:sldChg>
      <pc:sldChg chg="addSp modSp new mod setBg">
        <pc:chgData name="Jonathan Manczur" userId="e6c8bd5edea5d806" providerId="LiveId" clId="{1D531077-96C5-4D70-8234-DB9B69B4E661}" dt="2026-03-17T14:07:19.098" v="346" actId="5793"/>
        <pc:sldMkLst>
          <pc:docMk/>
          <pc:sldMk cId="1166515829" sldId="263"/>
        </pc:sldMkLst>
        <pc:spChg chg="mod">
          <ac:chgData name="Jonathan Manczur" userId="e6c8bd5edea5d806" providerId="LiveId" clId="{1D531077-96C5-4D70-8234-DB9B69B4E661}" dt="2026-03-17T14:06:12.915" v="316" actId="26606"/>
          <ac:spMkLst>
            <pc:docMk/>
            <pc:sldMk cId="1166515829" sldId="263"/>
            <ac:spMk id="2" creationId="{92B35106-139E-FE3B-8985-D11257384879}"/>
          </ac:spMkLst>
        </pc:spChg>
        <pc:spChg chg="mod">
          <ac:chgData name="Jonathan Manczur" userId="e6c8bd5edea5d806" providerId="LiveId" clId="{1D531077-96C5-4D70-8234-DB9B69B4E661}" dt="2026-03-17T14:07:19.098" v="346" actId="5793"/>
          <ac:spMkLst>
            <pc:docMk/>
            <pc:sldMk cId="1166515829" sldId="263"/>
            <ac:spMk id="3" creationId="{179E5BA8-798C-DF44-B550-77F91B64EF92}"/>
          </ac:spMkLst>
        </pc:spChg>
        <pc:spChg chg="add">
          <ac:chgData name="Jonathan Manczur" userId="e6c8bd5edea5d806" providerId="LiveId" clId="{1D531077-96C5-4D70-8234-DB9B69B4E661}" dt="2026-03-17T14:06:12.915" v="316" actId="26606"/>
          <ac:spMkLst>
            <pc:docMk/>
            <pc:sldMk cId="1166515829" sldId="263"/>
            <ac:spMk id="10" creationId="{F821940F-7A1D-4ACC-85B4-A932898ABB37}"/>
          </ac:spMkLst>
        </pc:spChg>
        <pc:spChg chg="add">
          <ac:chgData name="Jonathan Manczur" userId="e6c8bd5edea5d806" providerId="LiveId" clId="{1D531077-96C5-4D70-8234-DB9B69B4E661}" dt="2026-03-17T14:06:12.915" v="316" actId="26606"/>
          <ac:spMkLst>
            <pc:docMk/>
            <pc:sldMk cId="1166515829" sldId="263"/>
            <ac:spMk id="12" creationId="{16674508-81D3-48CF-96BF-7FC60EAA572A}"/>
          </ac:spMkLst>
        </pc:spChg>
        <pc:picChg chg="add">
          <ac:chgData name="Jonathan Manczur" userId="e6c8bd5edea5d806" providerId="LiveId" clId="{1D531077-96C5-4D70-8234-DB9B69B4E661}" dt="2026-03-17T14:06:12.915" v="316" actId="26606"/>
          <ac:picMkLst>
            <pc:docMk/>
            <pc:sldMk cId="1166515829" sldId="263"/>
            <ac:picMk id="7" creationId="{94AE9591-B6CB-5D79-80D7-6A1B30F25424}"/>
          </ac:picMkLst>
        </pc:picChg>
      </pc:sldChg>
      <pc:sldChg chg="addSp modSp new mod setBg">
        <pc:chgData name="Jonathan Manczur" userId="e6c8bd5edea5d806" providerId="LiveId" clId="{1D531077-96C5-4D70-8234-DB9B69B4E661}" dt="2026-03-17T16:12:03.239" v="497" actId="26606"/>
        <pc:sldMkLst>
          <pc:docMk/>
          <pc:sldMk cId="559153346" sldId="264"/>
        </pc:sldMkLst>
        <pc:spChg chg="mo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2" creationId="{3CD434DA-3938-A780-FC12-C118AC13564E}"/>
          </ac:spMkLst>
        </pc:spChg>
        <pc:spChg chg="mo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3" creationId="{37200AE3-DC77-27AA-3F61-D4E30424A8E1}"/>
          </ac:spMkLst>
        </pc:spChg>
        <pc:spChg chg="ad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8199" creationId="{058A14AF-9FB5-4CC7-BA35-E8E85D3EDF0E}"/>
          </ac:spMkLst>
        </pc:spChg>
        <pc:spChg chg="ad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8201" creationId="{3A9A4357-BD1D-4622-A4FE-766E6AB8DE84}"/>
          </ac:spMkLst>
        </pc:spChg>
        <pc:spChg chg="ad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8203" creationId="{E659831F-0D9A-4C63-9EBB-8435B85A440F}"/>
          </ac:spMkLst>
        </pc:spChg>
        <pc:spChg chg="add">
          <ac:chgData name="Jonathan Manczur" userId="e6c8bd5edea5d806" providerId="LiveId" clId="{1D531077-96C5-4D70-8234-DB9B69B4E661}" dt="2026-03-17T16:12:03.239" v="497" actId="26606"/>
          <ac:spMkLst>
            <pc:docMk/>
            <pc:sldMk cId="559153346" sldId="264"/>
            <ac:spMk id="8205" creationId="{E6995CE5-F890-4ABA-82A2-26507CE8D2A3}"/>
          </ac:spMkLst>
        </pc:spChg>
        <pc:picChg chg="add mod">
          <ac:chgData name="Jonathan Manczur" userId="e6c8bd5edea5d806" providerId="LiveId" clId="{1D531077-96C5-4D70-8234-DB9B69B4E661}" dt="2026-03-17T16:12:03.239" v="497" actId="26606"/>
          <ac:picMkLst>
            <pc:docMk/>
            <pc:sldMk cId="559153346" sldId="264"/>
            <ac:picMk id="8194" creationId="{88AE0D01-F70B-EC28-C31A-055E8EA0D9BC}"/>
          </ac:picMkLst>
        </pc:picChg>
      </pc:sldChg>
      <pc:sldChg chg="addSp modSp new mod setBg">
        <pc:chgData name="Jonathan Manczur" userId="e6c8bd5edea5d806" providerId="LiveId" clId="{1D531077-96C5-4D70-8234-DB9B69B4E661}" dt="2026-03-17T16:15:49.872" v="731" actId="403"/>
        <pc:sldMkLst>
          <pc:docMk/>
          <pc:sldMk cId="1263831840" sldId="265"/>
        </pc:sldMkLst>
        <pc:spChg chg="mod">
          <ac:chgData name="Jonathan Manczur" userId="e6c8bd5edea5d806" providerId="LiveId" clId="{1D531077-96C5-4D70-8234-DB9B69B4E661}" dt="2026-03-17T16:15:05.616" v="686" actId="26606"/>
          <ac:spMkLst>
            <pc:docMk/>
            <pc:sldMk cId="1263831840" sldId="265"/>
            <ac:spMk id="2" creationId="{A1E1702F-7249-D20A-2224-7B818ECC730B}"/>
          </ac:spMkLst>
        </pc:spChg>
        <pc:spChg chg="mod">
          <ac:chgData name="Jonathan Manczur" userId="e6c8bd5edea5d806" providerId="LiveId" clId="{1D531077-96C5-4D70-8234-DB9B69B4E661}" dt="2026-03-17T16:15:49.872" v="731" actId="403"/>
          <ac:spMkLst>
            <pc:docMk/>
            <pc:sldMk cId="1263831840" sldId="265"/>
            <ac:spMk id="3" creationId="{00FD4533-2952-2569-D244-57461E2C1130}"/>
          </ac:spMkLst>
        </pc:spChg>
        <pc:spChg chg="add">
          <ac:chgData name="Jonathan Manczur" userId="e6c8bd5edea5d806" providerId="LiveId" clId="{1D531077-96C5-4D70-8234-DB9B69B4E661}" dt="2026-03-17T16:15:05.616" v="686" actId="26606"/>
          <ac:spMkLst>
            <pc:docMk/>
            <pc:sldMk cId="1263831840" sldId="265"/>
            <ac:spMk id="9223" creationId="{058A14AF-9FB5-4CC7-BA35-E8E85D3EDF0E}"/>
          </ac:spMkLst>
        </pc:spChg>
        <pc:spChg chg="add">
          <ac:chgData name="Jonathan Manczur" userId="e6c8bd5edea5d806" providerId="LiveId" clId="{1D531077-96C5-4D70-8234-DB9B69B4E661}" dt="2026-03-17T16:15:05.616" v="686" actId="26606"/>
          <ac:spMkLst>
            <pc:docMk/>
            <pc:sldMk cId="1263831840" sldId="265"/>
            <ac:spMk id="9225" creationId="{3A9A4357-BD1D-4622-A4FE-766E6AB8DE84}"/>
          </ac:spMkLst>
        </pc:spChg>
        <pc:spChg chg="add">
          <ac:chgData name="Jonathan Manczur" userId="e6c8bd5edea5d806" providerId="LiveId" clId="{1D531077-96C5-4D70-8234-DB9B69B4E661}" dt="2026-03-17T16:15:05.616" v="686" actId="26606"/>
          <ac:spMkLst>
            <pc:docMk/>
            <pc:sldMk cId="1263831840" sldId="265"/>
            <ac:spMk id="9227" creationId="{E659831F-0D9A-4C63-9EBB-8435B85A440F}"/>
          </ac:spMkLst>
        </pc:spChg>
        <pc:spChg chg="add">
          <ac:chgData name="Jonathan Manczur" userId="e6c8bd5edea5d806" providerId="LiveId" clId="{1D531077-96C5-4D70-8234-DB9B69B4E661}" dt="2026-03-17T16:15:05.616" v="686" actId="26606"/>
          <ac:spMkLst>
            <pc:docMk/>
            <pc:sldMk cId="1263831840" sldId="265"/>
            <ac:spMk id="9229" creationId="{E6995CE5-F890-4ABA-82A2-26507CE8D2A3}"/>
          </ac:spMkLst>
        </pc:spChg>
        <pc:picChg chg="add mod">
          <ac:chgData name="Jonathan Manczur" userId="e6c8bd5edea5d806" providerId="LiveId" clId="{1D531077-96C5-4D70-8234-DB9B69B4E661}" dt="2026-03-17T16:15:05.616" v="686" actId="26606"/>
          <ac:picMkLst>
            <pc:docMk/>
            <pc:sldMk cId="1263831840" sldId="265"/>
            <ac:picMk id="9218" creationId="{2F4A4A04-4F3C-A64B-A4C7-9664EBCF9BF2}"/>
          </ac:picMkLst>
        </pc:picChg>
      </pc:sldChg>
      <pc:sldChg chg="addSp modSp new mod setBg">
        <pc:chgData name="Jonathan Manczur" userId="e6c8bd5edea5d806" providerId="LiveId" clId="{1D531077-96C5-4D70-8234-DB9B69B4E661}" dt="2026-03-17T16:26:01.652" v="766" actId="26606"/>
        <pc:sldMkLst>
          <pc:docMk/>
          <pc:sldMk cId="931971331" sldId="266"/>
        </pc:sldMkLst>
        <pc:spChg chg="mod">
          <ac:chgData name="Jonathan Manczur" userId="e6c8bd5edea5d806" providerId="LiveId" clId="{1D531077-96C5-4D70-8234-DB9B69B4E661}" dt="2026-03-17T16:26:01.652" v="766" actId="26606"/>
          <ac:spMkLst>
            <pc:docMk/>
            <pc:sldMk cId="931971331" sldId="266"/>
            <ac:spMk id="2" creationId="{3C76DB2D-53F5-E4F3-DF34-1E515685822F}"/>
          </ac:spMkLst>
        </pc:spChg>
        <pc:spChg chg="mod">
          <ac:chgData name="Jonathan Manczur" userId="e6c8bd5edea5d806" providerId="LiveId" clId="{1D531077-96C5-4D70-8234-DB9B69B4E661}" dt="2026-03-17T16:26:01.652" v="766" actId="26606"/>
          <ac:spMkLst>
            <pc:docMk/>
            <pc:sldMk cId="931971331" sldId="266"/>
            <ac:spMk id="3" creationId="{5271786F-9454-8019-78FC-9BC8773A5989}"/>
          </ac:spMkLst>
        </pc:spChg>
        <pc:spChg chg="add">
          <ac:chgData name="Jonathan Manczur" userId="e6c8bd5edea5d806" providerId="LiveId" clId="{1D531077-96C5-4D70-8234-DB9B69B4E661}" dt="2026-03-17T16:26:01.652" v="766" actId="26606"/>
          <ac:spMkLst>
            <pc:docMk/>
            <pc:sldMk cId="931971331" sldId="266"/>
            <ac:spMk id="10247" creationId="{5AA03EDC-7067-4DFF-B672-541D016AAAB8}"/>
          </ac:spMkLst>
        </pc:spChg>
        <pc:spChg chg="add">
          <ac:chgData name="Jonathan Manczur" userId="e6c8bd5edea5d806" providerId="LiveId" clId="{1D531077-96C5-4D70-8234-DB9B69B4E661}" dt="2026-03-17T16:26:01.652" v="766" actId="26606"/>
          <ac:spMkLst>
            <pc:docMk/>
            <pc:sldMk cId="931971331" sldId="266"/>
            <ac:spMk id="10249" creationId="{0EBF3E39-B0BE-496A-8604-9007470FFA3A}"/>
          </ac:spMkLst>
        </pc:spChg>
        <pc:picChg chg="add mod">
          <ac:chgData name="Jonathan Manczur" userId="e6c8bd5edea5d806" providerId="LiveId" clId="{1D531077-96C5-4D70-8234-DB9B69B4E661}" dt="2026-03-17T16:26:01.652" v="766" actId="26606"/>
          <ac:picMkLst>
            <pc:docMk/>
            <pc:sldMk cId="931971331" sldId="266"/>
            <ac:picMk id="10242" creationId="{36C10217-F49F-FC56-0B32-F7E05119CD91}"/>
          </ac:picMkLst>
        </pc:picChg>
      </pc:sldChg>
      <pc:sldChg chg="addSp modSp new mod setBg">
        <pc:chgData name="Jonathan Manczur" userId="e6c8bd5edea5d806" providerId="LiveId" clId="{1D531077-96C5-4D70-8234-DB9B69B4E661}" dt="2026-03-17T16:28:25.718" v="834" actId="26606"/>
        <pc:sldMkLst>
          <pc:docMk/>
          <pc:sldMk cId="2465547800" sldId="267"/>
        </pc:sldMkLst>
        <pc:spChg chg="mod">
          <ac:chgData name="Jonathan Manczur" userId="e6c8bd5edea5d806" providerId="LiveId" clId="{1D531077-96C5-4D70-8234-DB9B69B4E661}" dt="2026-03-17T16:28:25.718" v="834" actId="26606"/>
          <ac:spMkLst>
            <pc:docMk/>
            <pc:sldMk cId="2465547800" sldId="267"/>
            <ac:spMk id="2" creationId="{634DF165-986D-9BDF-02D3-D4E5A2DBC817}"/>
          </ac:spMkLst>
        </pc:spChg>
        <pc:spChg chg="mod">
          <ac:chgData name="Jonathan Manczur" userId="e6c8bd5edea5d806" providerId="LiveId" clId="{1D531077-96C5-4D70-8234-DB9B69B4E661}" dt="2026-03-17T16:28:25.718" v="834" actId="26606"/>
          <ac:spMkLst>
            <pc:docMk/>
            <pc:sldMk cId="2465547800" sldId="267"/>
            <ac:spMk id="3" creationId="{5329CC6F-F743-DAEB-6F2F-8EDAFD0A97D7}"/>
          </ac:spMkLst>
        </pc:spChg>
        <pc:spChg chg="add">
          <ac:chgData name="Jonathan Manczur" userId="e6c8bd5edea5d806" providerId="LiveId" clId="{1D531077-96C5-4D70-8234-DB9B69B4E661}" dt="2026-03-17T16:28:25.718" v="834" actId="26606"/>
          <ac:spMkLst>
            <pc:docMk/>
            <pc:sldMk cId="2465547800" sldId="267"/>
            <ac:spMk id="11271" creationId="{2B97F24A-32CE-4C1C-A50D-3016B394DCFB}"/>
          </ac:spMkLst>
        </pc:spChg>
        <pc:spChg chg="add">
          <ac:chgData name="Jonathan Manczur" userId="e6c8bd5edea5d806" providerId="LiveId" clId="{1D531077-96C5-4D70-8234-DB9B69B4E661}" dt="2026-03-17T16:28:25.718" v="834" actId="26606"/>
          <ac:spMkLst>
            <pc:docMk/>
            <pc:sldMk cId="2465547800" sldId="267"/>
            <ac:spMk id="11273" creationId="{CD8B4F24-440B-49E9-B85D-733523DC064B}"/>
          </ac:spMkLst>
        </pc:spChg>
        <pc:picChg chg="add mod">
          <ac:chgData name="Jonathan Manczur" userId="e6c8bd5edea5d806" providerId="LiveId" clId="{1D531077-96C5-4D70-8234-DB9B69B4E661}" dt="2026-03-17T16:28:25.718" v="834" actId="26606"/>
          <ac:picMkLst>
            <pc:docMk/>
            <pc:sldMk cId="2465547800" sldId="267"/>
            <ac:picMk id="11266" creationId="{9C28E5F8-5481-0081-6C18-18DB3D434CCB}"/>
          </ac:picMkLst>
        </pc:picChg>
      </pc:sldChg>
      <pc:sldChg chg="addSp delSp modSp new mod setBg">
        <pc:chgData name="Jonathan Manczur" userId="e6c8bd5edea5d806" providerId="LiveId" clId="{1D531077-96C5-4D70-8234-DB9B69B4E661}" dt="2026-03-17T16:40:41.952" v="1046" actId="14100"/>
        <pc:sldMkLst>
          <pc:docMk/>
          <pc:sldMk cId="4123053926" sldId="268"/>
        </pc:sldMkLst>
        <pc:spChg chg="mod">
          <ac:chgData name="Jonathan Manczur" userId="e6c8bd5edea5d806" providerId="LiveId" clId="{1D531077-96C5-4D70-8234-DB9B69B4E661}" dt="2026-03-17T16:30:22.822" v="856" actId="26606"/>
          <ac:spMkLst>
            <pc:docMk/>
            <pc:sldMk cId="4123053926" sldId="268"/>
            <ac:spMk id="2" creationId="{BFFC98DB-8D0C-9AB6-0BBE-8F8B5BBCE396}"/>
          </ac:spMkLst>
        </pc:spChg>
        <pc:spChg chg="add mod">
          <ac:chgData name="Jonathan Manczur" userId="e6c8bd5edea5d806" providerId="LiveId" clId="{1D531077-96C5-4D70-8234-DB9B69B4E661}" dt="2026-03-17T16:40:41.952" v="1046" actId="14100"/>
          <ac:spMkLst>
            <pc:docMk/>
            <pc:sldMk cId="4123053926" sldId="268"/>
            <ac:spMk id="3" creationId="{90B4256A-98B8-E711-A778-F33D1548A2AD}"/>
          </ac:spMkLst>
        </pc:spChg>
        <pc:spChg chg="del">
          <ac:chgData name="Jonathan Manczur" userId="e6c8bd5edea5d806" providerId="LiveId" clId="{1D531077-96C5-4D70-8234-DB9B69B4E661}" dt="2026-03-17T16:30:19.215" v="855"/>
          <ac:spMkLst>
            <pc:docMk/>
            <pc:sldMk cId="4123053926" sldId="268"/>
            <ac:spMk id="3" creationId="{F287832F-1319-02AC-D38A-7FA2F6680797}"/>
          </ac:spMkLst>
        </pc:spChg>
        <pc:spChg chg="add del">
          <ac:chgData name="Jonathan Manczur" userId="e6c8bd5edea5d806" providerId="LiveId" clId="{1D531077-96C5-4D70-8234-DB9B69B4E661}" dt="2026-03-17T16:30:27.644" v="857" actId="478"/>
          <ac:spMkLst>
            <pc:docMk/>
            <pc:sldMk cId="4123053926" sldId="268"/>
            <ac:spMk id="12294" creationId="{6AFE0F26-735A-FC7D-8B28-EBF20A3BCA31}"/>
          </ac:spMkLst>
        </pc:spChg>
        <pc:spChg chg="add">
          <ac:chgData name="Jonathan Manczur" userId="e6c8bd5edea5d806" providerId="LiveId" clId="{1D531077-96C5-4D70-8234-DB9B69B4E661}" dt="2026-03-17T16:30:22.822" v="856" actId="26606"/>
          <ac:spMkLst>
            <pc:docMk/>
            <pc:sldMk cId="4123053926" sldId="268"/>
            <ac:spMk id="12297" creationId="{2B97F24A-32CE-4C1C-A50D-3016B394DCFB}"/>
          </ac:spMkLst>
        </pc:spChg>
        <pc:spChg chg="add">
          <ac:chgData name="Jonathan Manczur" userId="e6c8bd5edea5d806" providerId="LiveId" clId="{1D531077-96C5-4D70-8234-DB9B69B4E661}" dt="2026-03-17T16:30:22.822" v="856" actId="26606"/>
          <ac:spMkLst>
            <pc:docMk/>
            <pc:sldMk cId="4123053926" sldId="268"/>
            <ac:spMk id="12299" creationId="{CD8B4F24-440B-49E9-B85D-733523DC064B}"/>
          </ac:spMkLst>
        </pc:spChg>
        <pc:picChg chg="add mod">
          <ac:chgData name="Jonathan Manczur" userId="e6c8bd5edea5d806" providerId="LiveId" clId="{1D531077-96C5-4D70-8234-DB9B69B4E661}" dt="2026-03-17T16:30:22.822" v="856" actId="26606"/>
          <ac:picMkLst>
            <pc:docMk/>
            <pc:sldMk cId="4123053926" sldId="268"/>
            <ac:picMk id="12290" creationId="{682893BC-60A0-600D-3EF1-C7CBF2664A39}"/>
          </ac:picMkLst>
        </pc:picChg>
      </pc:sldChg>
      <pc:sldChg chg="addSp modSp new mod setBg">
        <pc:chgData name="Jonathan Manczur" userId="e6c8bd5edea5d806" providerId="LiveId" clId="{1D531077-96C5-4D70-8234-DB9B69B4E661}" dt="2026-03-17T16:33:39.959" v="891" actId="26606"/>
        <pc:sldMkLst>
          <pc:docMk/>
          <pc:sldMk cId="396341304" sldId="269"/>
        </pc:sldMkLst>
        <pc:spChg chg="mod">
          <ac:chgData name="Jonathan Manczur" userId="e6c8bd5edea5d806" providerId="LiveId" clId="{1D531077-96C5-4D70-8234-DB9B69B4E661}" dt="2026-03-17T16:33:39.959" v="891" actId="26606"/>
          <ac:spMkLst>
            <pc:docMk/>
            <pc:sldMk cId="396341304" sldId="269"/>
            <ac:spMk id="2" creationId="{9F6EE82A-07C9-F101-0DF4-2CCA01A3B8F2}"/>
          </ac:spMkLst>
        </pc:spChg>
        <pc:spChg chg="mod">
          <ac:chgData name="Jonathan Manczur" userId="e6c8bd5edea5d806" providerId="LiveId" clId="{1D531077-96C5-4D70-8234-DB9B69B4E661}" dt="2026-03-17T16:33:39.959" v="891" actId="26606"/>
          <ac:spMkLst>
            <pc:docMk/>
            <pc:sldMk cId="396341304" sldId="269"/>
            <ac:spMk id="3" creationId="{D9A275A3-954E-35FB-004B-FF320E77308D}"/>
          </ac:spMkLst>
        </pc:spChg>
        <pc:spChg chg="add">
          <ac:chgData name="Jonathan Manczur" userId="e6c8bd5edea5d806" providerId="LiveId" clId="{1D531077-96C5-4D70-8234-DB9B69B4E661}" dt="2026-03-17T16:33:39.959" v="891" actId="26606"/>
          <ac:spMkLst>
            <pc:docMk/>
            <pc:sldMk cId="396341304" sldId="269"/>
            <ac:spMk id="13319" creationId="{2B97F24A-32CE-4C1C-A50D-3016B394DCFB}"/>
          </ac:spMkLst>
        </pc:spChg>
        <pc:spChg chg="add">
          <ac:chgData name="Jonathan Manczur" userId="e6c8bd5edea5d806" providerId="LiveId" clId="{1D531077-96C5-4D70-8234-DB9B69B4E661}" dt="2026-03-17T16:33:39.959" v="891" actId="26606"/>
          <ac:spMkLst>
            <pc:docMk/>
            <pc:sldMk cId="396341304" sldId="269"/>
            <ac:spMk id="13321" creationId="{CD8B4F24-440B-49E9-B85D-733523DC064B}"/>
          </ac:spMkLst>
        </pc:spChg>
        <pc:picChg chg="add mod">
          <ac:chgData name="Jonathan Manczur" userId="e6c8bd5edea5d806" providerId="LiveId" clId="{1D531077-96C5-4D70-8234-DB9B69B4E661}" dt="2026-03-17T16:33:39.959" v="891" actId="26606"/>
          <ac:picMkLst>
            <pc:docMk/>
            <pc:sldMk cId="396341304" sldId="269"/>
            <ac:picMk id="13314" creationId="{0B0AA7EA-2800-EE67-4AE9-65D09C269307}"/>
          </ac:picMkLst>
        </pc:picChg>
      </pc:sldChg>
      <pc:sldChg chg="addSp modSp new mod setBg">
        <pc:chgData name="Jonathan Manczur" userId="e6c8bd5edea5d806" providerId="LiveId" clId="{1D531077-96C5-4D70-8234-DB9B69B4E661}" dt="2026-03-17T16:35:55.846" v="938" actId="26606"/>
        <pc:sldMkLst>
          <pc:docMk/>
          <pc:sldMk cId="4116236545" sldId="270"/>
        </pc:sldMkLst>
        <pc:spChg chg="mod">
          <ac:chgData name="Jonathan Manczur" userId="e6c8bd5edea5d806" providerId="LiveId" clId="{1D531077-96C5-4D70-8234-DB9B69B4E661}" dt="2026-03-17T16:35:55.846" v="938" actId="26606"/>
          <ac:spMkLst>
            <pc:docMk/>
            <pc:sldMk cId="4116236545" sldId="270"/>
            <ac:spMk id="2" creationId="{BDDEC6E6-719C-F23C-FDF7-19DE9A213962}"/>
          </ac:spMkLst>
        </pc:spChg>
        <pc:spChg chg="mod">
          <ac:chgData name="Jonathan Manczur" userId="e6c8bd5edea5d806" providerId="LiveId" clId="{1D531077-96C5-4D70-8234-DB9B69B4E661}" dt="2026-03-17T16:35:55.846" v="938" actId="26606"/>
          <ac:spMkLst>
            <pc:docMk/>
            <pc:sldMk cId="4116236545" sldId="270"/>
            <ac:spMk id="3" creationId="{FDC797CA-E9E7-AC0B-E711-7B7E631E8D92}"/>
          </ac:spMkLst>
        </pc:spChg>
        <pc:spChg chg="add">
          <ac:chgData name="Jonathan Manczur" userId="e6c8bd5edea5d806" providerId="LiveId" clId="{1D531077-96C5-4D70-8234-DB9B69B4E661}" dt="2026-03-17T16:35:55.846" v="938" actId="26606"/>
          <ac:spMkLst>
            <pc:docMk/>
            <pc:sldMk cId="4116236545" sldId="270"/>
            <ac:spMk id="14343" creationId="{2B97F24A-32CE-4C1C-A50D-3016B394DCFB}"/>
          </ac:spMkLst>
        </pc:spChg>
        <pc:spChg chg="add">
          <ac:chgData name="Jonathan Manczur" userId="e6c8bd5edea5d806" providerId="LiveId" clId="{1D531077-96C5-4D70-8234-DB9B69B4E661}" dt="2026-03-17T16:35:55.846" v="938" actId="26606"/>
          <ac:spMkLst>
            <pc:docMk/>
            <pc:sldMk cId="4116236545" sldId="270"/>
            <ac:spMk id="14345" creationId="{CD8B4F24-440B-49E9-B85D-733523DC064B}"/>
          </ac:spMkLst>
        </pc:spChg>
        <pc:picChg chg="add mod">
          <ac:chgData name="Jonathan Manczur" userId="e6c8bd5edea5d806" providerId="LiveId" clId="{1D531077-96C5-4D70-8234-DB9B69B4E661}" dt="2026-03-17T16:35:55.846" v="938" actId="26606"/>
          <ac:picMkLst>
            <pc:docMk/>
            <pc:sldMk cId="4116236545" sldId="270"/>
            <ac:picMk id="14338" creationId="{970AEEC3-40B1-CF3B-D376-63618EB0F21A}"/>
          </ac:picMkLst>
        </pc:picChg>
      </pc:sldChg>
      <pc:sldChg chg="addSp delSp modSp new mod setBg">
        <pc:chgData name="Jonathan Manczur" userId="e6c8bd5edea5d806" providerId="LiveId" clId="{1D531077-96C5-4D70-8234-DB9B69B4E661}" dt="2026-03-17T16:36:33.140" v="1005" actId="26606"/>
        <pc:sldMkLst>
          <pc:docMk/>
          <pc:sldMk cId="7636158" sldId="271"/>
        </pc:sldMkLst>
        <pc:spChg chg="mod">
          <ac:chgData name="Jonathan Manczur" userId="e6c8bd5edea5d806" providerId="LiveId" clId="{1D531077-96C5-4D70-8234-DB9B69B4E661}" dt="2026-03-17T16:36:33.140" v="1005" actId="26606"/>
          <ac:spMkLst>
            <pc:docMk/>
            <pc:sldMk cId="7636158" sldId="271"/>
            <ac:spMk id="2" creationId="{C814FDE8-07A9-9170-FA09-598335BB66CC}"/>
          </ac:spMkLst>
        </pc:spChg>
        <pc:spChg chg="del">
          <ac:chgData name="Jonathan Manczur" userId="e6c8bd5edea5d806" providerId="LiveId" clId="{1D531077-96C5-4D70-8234-DB9B69B4E661}" dt="2026-03-17T16:36:27.822" v="1004" actId="478"/>
          <ac:spMkLst>
            <pc:docMk/>
            <pc:sldMk cId="7636158" sldId="271"/>
            <ac:spMk id="3" creationId="{40385EDF-5E48-0091-9ACA-E1E577EC27D9}"/>
          </ac:spMkLst>
        </pc:spChg>
        <pc:spChg chg="add">
          <ac:chgData name="Jonathan Manczur" userId="e6c8bd5edea5d806" providerId="LiveId" clId="{1D531077-96C5-4D70-8234-DB9B69B4E661}" dt="2026-03-17T16:36:33.140" v="1005" actId="26606"/>
          <ac:spMkLst>
            <pc:docMk/>
            <pc:sldMk cId="7636158" sldId="271"/>
            <ac:spMk id="7" creationId="{BAD76F3E-3A97-486B-B402-44400A8B9173}"/>
          </ac:spMkLst>
        </pc:spChg>
        <pc:spChg chg="add">
          <ac:chgData name="Jonathan Manczur" userId="e6c8bd5edea5d806" providerId="LiveId" clId="{1D531077-96C5-4D70-8234-DB9B69B4E661}" dt="2026-03-17T16:36:33.140" v="1005" actId="26606"/>
          <ac:spMkLst>
            <pc:docMk/>
            <pc:sldMk cId="7636158" sldId="271"/>
            <ac:spMk id="9" creationId="{391F6B52-91F4-4AEB-B6DB-29FEBCF28C8B}"/>
          </ac:spMkLst>
        </pc:spChg>
        <pc:spChg chg="add">
          <ac:chgData name="Jonathan Manczur" userId="e6c8bd5edea5d806" providerId="LiveId" clId="{1D531077-96C5-4D70-8234-DB9B69B4E661}" dt="2026-03-17T16:36:33.140" v="1005" actId="26606"/>
          <ac:spMkLst>
            <pc:docMk/>
            <pc:sldMk cId="7636158" sldId="271"/>
            <ac:spMk id="11" creationId="{2CD6F061-7C53-44F4-9794-953DB70A451B}"/>
          </ac:spMkLst>
        </pc:spChg>
      </pc:sldChg>
      <pc:sldChg chg="addSp modSp new mod setBg">
        <pc:chgData name="Jonathan Manczur" userId="e6c8bd5edea5d806" providerId="LiveId" clId="{1D531077-96C5-4D70-8234-DB9B69B4E661}" dt="2026-03-17T17:03:16.934" v="1186" actId="26606"/>
        <pc:sldMkLst>
          <pc:docMk/>
          <pc:sldMk cId="594173636" sldId="272"/>
        </pc:sldMkLst>
        <pc:spChg chg="mo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2" creationId="{ED1264E9-5562-21D4-1FF2-6273D4EB5C2B}"/>
          </ac:spMkLst>
        </pc:spChg>
        <pc:spChg chg="mo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3" creationId="{EE683B08-4C97-5BD2-5F8D-67ACF6A5CDC8}"/>
          </ac:spMkLst>
        </pc:spChg>
        <pc:spChg chg="ad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1031" creationId="{058A14AF-9FB5-4CC7-BA35-E8E85D3EDF0E}"/>
          </ac:spMkLst>
        </pc:spChg>
        <pc:spChg chg="ad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1033" creationId="{3A9A4357-BD1D-4622-A4FE-766E6AB8DE84}"/>
          </ac:spMkLst>
        </pc:spChg>
        <pc:spChg chg="ad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1035" creationId="{E659831F-0D9A-4C63-9EBB-8435B85A440F}"/>
          </ac:spMkLst>
        </pc:spChg>
        <pc:spChg chg="add">
          <ac:chgData name="Jonathan Manczur" userId="e6c8bd5edea5d806" providerId="LiveId" clId="{1D531077-96C5-4D70-8234-DB9B69B4E661}" dt="2026-03-17T17:03:16.934" v="1186" actId="26606"/>
          <ac:spMkLst>
            <pc:docMk/>
            <pc:sldMk cId="594173636" sldId="272"/>
            <ac:spMk id="1037" creationId="{E6995CE5-F890-4ABA-82A2-26507CE8D2A3}"/>
          </ac:spMkLst>
        </pc:spChg>
        <pc:picChg chg="add mod">
          <ac:chgData name="Jonathan Manczur" userId="e6c8bd5edea5d806" providerId="LiveId" clId="{1D531077-96C5-4D70-8234-DB9B69B4E661}" dt="2026-03-17T17:03:16.934" v="1186" actId="26606"/>
          <ac:picMkLst>
            <pc:docMk/>
            <pc:sldMk cId="594173636" sldId="272"/>
            <ac:picMk id="1026" creationId="{6121CD8D-0346-C7B9-4955-DFC14919B2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ED68-4FB6-7476-E355-7D2DEFDD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E9896-9030-D47E-3083-72C98D920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B65EA-4AD5-9886-3200-EE023CFF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8E45D-1E1F-E823-1E44-331CF777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7283C-548B-89F5-26D9-4278D90F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3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1F85-B006-36F9-F77B-9919CAAFF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7C9C5-7852-ABA2-279C-C55762A1D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69591-0D37-CADE-2A91-45E0842F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650D1-B299-E5AE-B948-843C0551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EEF3B-0CCA-C0A8-639E-225FB708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0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6A2A-F37F-0902-2B30-2028E656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7F359-38E0-9B06-E63D-37138BE29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56FF5-86E8-6AD4-FDFA-8087C969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85233-C788-AB0C-9AF5-AA58DE18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571AF-9E3F-AC0D-32CC-E7806A3F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5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9F1C-1B3C-A91E-C98F-7D7C0402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DAA0-2133-6473-E6BF-8146FDAAC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2E5EE-2B45-C419-6221-34CF1A3FE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94880-500E-4508-C046-DDEF627A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ECF85-11D9-C969-8296-FB618E8D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655FF-EBDB-989A-24E2-ECB7DA73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7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5DC9-85B9-55A7-C778-FAD3FD28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60E26-AFDE-92F8-4F0B-17E01078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F7DA6-C745-2914-F68B-551C7B821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BBF45-A6F2-184C-74AE-CCF6040D2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CA5D7-4991-5FB9-A057-129A47152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002F2-1A08-E114-016B-D70A89BD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5FD67-10B9-F3B4-1B1F-15EAD4E6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CBC792-B2D7-C6B7-C87C-C851F6178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1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9F2B-5B57-B869-61A3-2DBECBF5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E7C77-314C-A907-7C4C-EBE814D50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7895C-5C57-8ABA-CF83-533CE8E0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96A67-5A32-1733-D872-889B29FD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3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4035F-F606-1FBD-2B7D-82195626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B93F6-DF4F-7B86-FED8-D484DCA4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4FC7B-19E6-CEBB-9BE5-7FC548BF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3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FFF3-03CD-80ED-6258-3857D29F2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B52A-4C5A-2F8F-FF9A-B3C32CB7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E1A96-DD79-59F8-692E-1C63F9EC6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52B89-D762-AA4F-6DDA-3CADB606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C8AEB-530A-B0FF-3E48-91767E120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2CA66-7353-401F-3BA3-1039FAF4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64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FC0B-4F2F-8543-507A-A009754A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9B853-80D6-3A99-A917-8E092ED710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E52A2-4D7C-4CA9-7F1A-7818B547A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F7D41-6C28-C31D-1A51-F11FC9B2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B77BA-93C2-FA13-9F01-5F66687D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24FB0-DDD7-103B-B118-98DE8A98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4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9100-9E30-BCCB-B0DF-04DC0FF3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431D-4B45-F6A7-201D-D697EF505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D4223-7DF2-39E5-777E-84D6B586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797C-250F-DF54-8B6E-C9C073CC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3010-98FC-514E-ECA0-6A8ACDAB0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2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03B83-E413-AB4A-4ED9-ED3F33CA3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D4EE7-F784-0C52-E629-667C42B0D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F351-E17E-CCEB-AE75-C5BC0760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67675-3530-6F0E-BB98-506A73AE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06CD2-9060-02AE-F692-6BB88789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0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E1006-7A59-E69E-CF4F-BEFC5081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51C15-08D2-0655-76A8-5F5420AEF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63253-76DA-C8EE-802D-B38F964FF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5D49B-5A59-45E5-84B0-88C780BD1E7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9C66F-9F35-D509-4DBF-BFB0208ED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B979D-AF0C-C108-BB5A-049CFB8FD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0F5F0-1613-4B7B-8C25-1AF71227F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5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EE889-2AC0-B978-A1CB-2FDF270B1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/>
              <a:t>Git, Github, and Version Control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hat is Git? -">
            <a:extLst>
              <a:ext uri="{FF2B5EF4-FFF2-40B4-BE49-F238E27FC236}">
                <a16:creationId xmlns:a16="http://schemas.microsoft.com/office/drawing/2014/main" id="{579BCC48-4B04-D00E-7C76-1B48AF875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22492" y="1731903"/>
            <a:ext cx="5536001" cy="333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679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3" name="Rectangle 309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Freeform: Shape 3093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FCB7C-E7F4-8A1F-CA52-1288AE6E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6A31-8944-1AD9-FBC9-99E9BDF00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287" y="4121253"/>
            <a:ext cx="3125337" cy="11368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do I save and backup files on a project?</a:t>
            </a:r>
          </a:p>
        </p:txBody>
      </p:sp>
      <p:pic>
        <p:nvPicPr>
          <p:cNvPr id="3074" name="Picture 2" descr="It just happened · ProgrammerHumor.io">
            <a:extLst>
              <a:ext uri="{FF2B5EF4-FFF2-40B4-BE49-F238E27FC236}">
                <a16:creationId xmlns:a16="http://schemas.microsoft.com/office/drawing/2014/main" id="{465F4AE0-6C6D-09D0-69F3-F787FC67E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751" y="930750"/>
            <a:ext cx="5708649" cy="496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50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E7503-2C5D-6CD1-CEC8-6B87ED9C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F6636-F469-3BB1-E356-475D6F53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E621-C748-B2CD-7983-A56E69F15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do I save and backup files on a project?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Final2.py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final_final.py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final_final_v3.py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REALLYFINAL.py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Final_Serious_This_Time.py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Restart_because_it_broke.py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6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9F023-7DE8-2694-4E00-3F11D647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sz="3700"/>
              <a:t>Git was created for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8C39D-5E0A-69B2-DB93-402C0B2C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2000" dirty="0"/>
              <a:t>Saving projects</a:t>
            </a:r>
          </a:p>
          <a:p>
            <a:r>
              <a:rPr lang="en-US" sz="2000" dirty="0"/>
              <a:t>Creating a folder (</a:t>
            </a:r>
            <a:r>
              <a:rPr lang="en-US" sz="2000" b="1" dirty="0"/>
              <a:t>repository</a:t>
            </a:r>
            <a:r>
              <a:rPr lang="en-US" sz="2000" dirty="0"/>
              <a:t>) holding project information</a:t>
            </a:r>
          </a:p>
          <a:p>
            <a:r>
              <a:rPr lang="en-US" sz="2000" dirty="0"/>
              <a:t>Ability to return to previous states of the project</a:t>
            </a:r>
          </a:p>
          <a:p>
            <a:r>
              <a:rPr lang="en-US" sz="2000" dirty="0"/>
              <a:t>Multiple people can work on a project by “branching” the project</a:t>
            </a:r>
          </a:p>
          <a:p>
            <a:r>
              <a:rPr lang="en-US" sz="2000" dirty="0"/>
              <a:t>Logging who changed what</a:t>
            </a:r>
          </a:p>
          <a:p>
            <a:r>
              <a:rPr lang="en-US" sz="2000" dirty="0"/>
              <a:t>Encourage documentation</a:t>
            </a:r>
          </a:p>
        </p:txBody>
      </p:sp>
      <p:pic>
        <p:nvPicPr>
          <p:cNvPr id="4098" name="Picture 2" descr="Git Gud">
            <a:extLst>
              <a:ext uri="{FF2B5EF4-FFF2-40B4-BE49-F238E27FC236}">
                <a16:creationId xmlns:a16="http://schemas.microsoft.com/office/drawing/2014/main" id="{8583CF3F-D4ED-7D53-A02B-22182F1DE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4073" y="661916"/>
            <a:ext cx="5557909" cy="5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17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4E302B-22B5-17DC-D8C6-E7EF35E3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Git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D408-2713-CB8D-281B-190B1D5DC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4857199" cy="3639450"/>
          </a:xfrm>
        </p:spPr>
        <p:txBody>
          <a:bodyPr anchor="ctr">
            <a:normAutofit/>
          </a:bodyPr>
          <a:lstStyle/>
          <a:p>
            <a:r>
              <a:rPr lang="en-US" dirty="0"/>
              <a:t>Done through command line</a:t>
            </a:r>
          </a:p>
          <a:p>
            <a:r>
              <a:rPr lang="en-US" dirty="0"/>
              <a:t>Open source</a:t>
            </a:r>
          </a:p>
          <a:p>
            <a:r>
              <a:rPr lang="en-US" dirty="0"/>
              <a:t>Developed by Linus Torvalds</a:t>
            </a:r>
          </a:p>
          <a:p>
            <a:pPr lvl="1"/>
            <a:r>
              <a:rPr lang="en-US" sz="2000" dirty="0"/>
              <a:t>Man behind Linux</a:t>
            </a: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ED0C4746-88FD-476A-B7D8-0913BE92E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982991"/>
            <a:ext cx="5150277" cy="271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3" name="Rectangle 513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86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E7DB7-B545-8FF1-5177-050AAD81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BF6CB-B335-5FDB-457E-CFECE1CF8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2000" dirty="0"/>
              <a:t>GUI and social hub for Git</a:t>
            </a:r>
          </a:p>
          <a:p>
            <a:r>
              <a:rPr lang="en-US" sz="2000" dirty="0"/>
              <a:t>Git (the tool) vs GitHub (the platform)</a:t>
            </a:r>
          </a:p>
          <a:p>
            <a:endParaRPr lang="en-US" sz="2000" dirty="0"/>
          </a:p>
          <a:p>
            <a:r>
              <a:rPr lang="en-US" sz="2000" dirty="0"/>
              <a:t>GitHub allows you to:</a:t>
            </a:r>
          </a:p>
          <a:p>
            <a:pPr marL="457200" lvl="1" indent="0">
              <a:buNone/>
            </a:pPr>
            <a:r>
              <a:rPr lang="en-US" sz="2000" dirty="0"/>
              <a:t>• store repositories online</a:t>
            </a:r>
          </a:p>
          <a:p>
            <a:pPr marL="457200" lvl="1" indent="0">
              <a:buNone/>
            </a:pPr>
            <a:r>
              <a:rPr lang="en-US" sz="2000" dirty="0"/>
              <a:t>• collaborate with others</a:t>
            </a:r>
          </a:p>
          <a:p>
            <a:pPr marL="457200" lvl="1" indent="0">
              <a:buNone/>
            </a:pPr>
            <a:r>
              <a:rPr lang="en-US" sz="2000" dirty="0"/>
              <a:t>• share projects</a:t>
            </a:r>
          </a:p>
          <a:p>
            <a:pPr marL="457200" lvl="1" indent="0">
              <a:buNone/>
            </a:pPr>
            <a:r>
              <a:rPr lang="en-US" sz="2000" dirty="0"/>
              <a:t>• contribute to open source</a:t>
            </a:r>
          </a:p>
          <a:p>
            <a:pPr marL="457200" lvl="1" indent="0">
              <a:buNone/>
            </a:pPr>
            <a:r>
              <a:rPr lang="en-US" sz="2000" dirty="0"/>
              <a:t>• create a portfolio of projects</a:t>
            </a:r>
          </a:p>
        </p:txBody>
      </p:sp>
      <p:pic>
        <p:nvPicPr>
          <p:cNvPr id="6146" name="Picture 2" descr="Who Unfollowed Me – GitHub CLI 😢 - DEV Community">
            <a:extLst>
              <a:ext uri="{FF2B5EF4-FFF2-40B4-BE49-F238E27FC236}">
                <a16:creationId xmlns:a16="http://schemas.microsoft.com/office/drawing/2014/main" id="{8FCF1B00-2E86-6E3A-FCB8-FF4C04362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57343" y="717012"/>
            <a:ext cx="4384183" cy="544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13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A2805-A227-14EB-F376-0986E104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Basic </a:t>
            </a:r>
            <a:r>
              <a:rPr lang="en-US" dirty="0" err="1"/>
              <a:t>Github</a:t>
            </a:r>
            <a:r>
              <a:rPr lang="en-US" dirty="0"/>
              <a:t> terms and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ACCF-3DDA-0411-71DB-EE47314FA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dirty="0"/>
              <a:t>Repository (repo)</a:t>
            </a:r>
          </a:p>
          <a:p>
            <a:r>
              <a:rPr lang="en-US" dirty="0"/>
              <a:t>Add and Commit</a:t>
            </a:r>
          </a:p>
          <a:p>
            <a:r>
              <a:rPr lang="en-US" dirty="0"/>
              <a:t>Branch and Pull Request</a:t>
            </a:r>
          </a:p>
        </p:txBody>
      </p:sp>
      <p:pic>
        <p:nvPicPr>
          <p:cNvPr id="7170" name="Picture 2" descr="Meme Git Compilation | by Lulu Ilmaknun Qurotaini | Medium">
            <a:extLst>
              <a:ext uri="{FF2B5EF4-FFF2-40B4-BE49-F238E27FC236}">
                <a16:creationId xmlns:a16="http://schemas.microsoft.com/office/drawing/2014/main" id="{7DE35EB2-158B-F1EA-2261-9FBD39D01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0610" y="1071282"/>
            <a:ext cx="4737650" cy="473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71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35106-139E-FE3B-8985-D1125738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Repository (repo)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5BA8-798C-DF44-B550-77F91B64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repository (repo) is a folder tracked by Git.</a:t>
            </a:r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800" dirty="0" err="1"/>
              <a:t>calculator_project</a:t>
            </a:r>
            <a:r>
              <a:rPr lang="en-US" sz="2800" dirty="0"/>
              <a:t>/</a:t>
            </a:r>
          </a:p>
          <a:p>
            <a:pPr lvl="1"/>
            <a:r>
              <a:rPr lang="en-US" sz="2800" dirty="0"/>
              <a:t>calculator.py</a:t>
            </a:r>
          </a:p>
          <a:p>
            <a:pPr lvl="1"/>
            <a:r>
              <a:rPr lang="en-US" sz="2800" dirty="0"/>
              <a:t>README.md</a:t>
            </a:r>
          </a:p>
          <a:p>
            <a:pPr lvl="1"/>
            <a:r>
              <a:rPr lang="en-US" sz="2800" dirty="0"/>
              <a:t>requirements.txt</a:t>
            </a:r>
          </a:p>
          <a:p>
            <a:r>
              <a:rPr lang="en-US" dirty="0"/>
              <a:t>Git tracks every change inside the repo.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94AE9591-B6CB-5D79-80D7-6A1B30F25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1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434DA-3938-A780-FC12-C118AC135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Add and Commit</a:t>
            </a:r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0AE3-DC77-27AA-3F61-D4E30424A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Add new files to the repo</a:t>
            </a:r>
          </a:p>
          <a:p>
            <a:r>
              <a:rPr lang="en-US" sz="2000"/>
              <a:t>Change files within the repo</a:t>
            </a:r>
          </a:p>
          <a:p>
            <a:r>
              <a:rPr lang="en-US" sz="2000" b="1"/>
              <a:t>Commit</a:t>
            </a:r>
            <a:r>
              <a:rPr lang="en-US" sz="2000"/>
              <a:t>: confirm changes in repo (save changes)</a:t>
            </a:r>
          </a:p>
        </p:txBody>
      </p:sp>
      <p:pic>
        <p:nvPicPr>
          <p:cNvPr id="8194" name="Picture 2" descr="saveYourFilesFirst : r/ProgrammerHumor">
            <a:extLst>
              <a:ext uri="{FF2B5EF4-FFF2-40B4-BE49-F238E27FC236}">
                <a16:creationId xmlns:a16="http://schemas.microsoft.com/office/drawing/2014/main" id="{88AE0D01-F70B-EC28-C31A-055E8EA0D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3116" y="2484255"/>
            <a:ext cx="3027108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5" name="Rectangle 820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53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1702F-7249-D20A-2224-7B818ECC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Branch</a:t>
            </a:r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D4533-2952-2569-D244-57461E2C1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dirty="0"/>
              <a:t>Create a </a:t>
            </a:r>
            <a:r>
              <a:rPr lang="en-US" b="1" dirty="0"/>
              <a:t>fork </a:t>
            </a:r>
            <a:r>
              <a:rPr lang="en-US" dirty="0"/>
              <a:t>or copy of main/master path</a:t>
            </a:r>
          </a:p>
          <a:p>
            <a:r>
              <a:rPr lang="en-US" dirty="0"/>
              <a:t>Edit and add without effecting main path</a:t>
            </a:r>
          </a:p>
          <a:p>
            <a:r>
              <a:rPr lang="en-US" dirty="0"/>
              <a:t>Until.. </a:t>
            </a:r>
            <a:r>
              <a:rPr lang="en-US" b="1" dirty="0"/>
              <a:t>pull request </a:t>
            </a:r>
            <a:r>
              <a:rPr lang="en-US" dirty="0"/>
              <a:t>or merging branch and main</a:t>
            </a:r>
          </a:p>
          <a:p>
            <a:pPr lvl="1"/>
            <a:r>
              <a:rPr lang="en-US" sz="2000" dirty="0"/>
              <a:t>Owner has to accept change</a:t>
            </a:r>
          </a:p>
          <a:p>
            <a:endParaRPr lang="en-US" sz="2000" b="1" dirty="0"/>
          </a:p>
        </p:txBody>
      </p:sp>
      <p:pic>
        <p:nvPicPr>
          <p:cNvPr id="9218" name="Picture 2" descr="12 Branching (git branch) | Git &amp; GitHub Tutorial for Scientists: It's Not  Only for Programmers">
            <a:extLst>
              <a:ext uri="{FF2B5EF4-FFF2-40B4-BE49-F238E27FC236}">
                <a16:creationId xmlns:a16="http://schemas.microsoft.com/office/drawing/2014/main" id="{2F4A4A04-4F3C-A64B-A4C7-9664EBCF9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395013"/>
            <a:ext cx="5150277" cy="189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9" name="Rectangle 92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3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6DB2D-53F5-E4F3-DF34-1E5156858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Basic workflow of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786F-9454-8019-78FC-9BC8773A5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595959"/>
                </a:solidFill>
              </a:rPr>
              <a:t>1. Edit code</a:t>
            </a:r>
          </a:p>
          <a:p>
            <a:pPr marL="0" indent="0">
              <a:buNone/>
            </a:pPr>
            <a:r>
              <a:rPr lang="en-US" sz="2000">
                <a:solidFill>
                  <a:srgbClr val="595959"/>
                </a:solidFill>
              </a:rPr>
              <a:t>2. Add changes</a:t>
            </a:r>
          </a:p>
          <a:p>
            <a:pPr marL="0" indent="0">
              <a:buNone/>
            </a:pPr>
            <a:r>
              <a:rPr lang="en-US" sz="2000">
                <a:solidFill>
                  <a:srgbClr val="595959"/>
                </a:solidFill>
              </a:rPr>
              <a:t>3. Commit changes</a:t>
            </a:r>
          </a:p>
          <a:p>
            <a:pPr marL="0" indent="0">
              <a:buNone/>
            </a:pPr>
            <a:r>
              <a:rPr lang="en-US" sz="2000">
                <a:solidFill>
                  <a:srgbClr val="595959"/>
                </a:solidFill>
              </a:rPr>
              <a:t>4. Push to GitHub</a:t>
            </a:r>
          </a:p>
          <a:p>
            <a:endParaRPr lang="en-US" sz="2000">
              <a:solidFill>
                <a:srgbClr val="595959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595959"/>
                </a:solidFill>
              </a:rPr>
              <a:t>Each commit represents a snapshot of the project.</a:t>
            </a:r>
          </a:p>
          <a:p>
            <a:endParaRPr lang="en-US" sz="2000">
              <a:solidFill>
                <a:srgbClr val="595959"/>
              </a:solidFill>
            </a:endParaRPr>
          </a:p>
        </p:txBody>
      </p:sp>
      <p:pic>
        <p:nvPicPr>
          <p:cNvPr id="10242" name="Picture 2" descr="Keep On Buddy You Might Get It">
            <a:extLst>
              <a:ext uri="{FF2B5EF4-FFF2-40B4-BE49-F238E27FC236}">
                <a16:creationId xmlns:a16="http://schemas.microsoft.com/office/drawing/2014/main" id="{36C10217-F49F-FC56-0B32-F7E05119C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4455" y="685799"/>
            <a:ext cx="4411747" cy="553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971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7" name="Rectangle 1229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C98DB-8D0C-9AB6-0BBE-8F8B5BBC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Some Git commands</a:t>
            </a:r>
          </a:p>
        </p:txBody>
      </p:sp>
      <p:sp>
        <p:nvSpPr>
          <p:cNvPr id="1229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 descr="What are simple git commands a tester should know?">
            <a:extLst>
              <a:ext uri="{FF2B5EF4-FFF2-40B4-BE49-F238E27FC236}">
                <a16:creationId xmlns:a16="http://schemas.microsoft.com/office/drawing/2014/main" id="{682893BC-60A0-600D-3EF1-C7CBF2664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487329"/>
            <a:ext cx="6903720" cy="388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4256A-98B8-E711-A778-F33D1548A2AD}"/>
              </a:ext>
            </a:extLst>
          </p:cNvPr>
          <p:cNvSpPr txBox="1"/>
          <p:nvPr/>
        </p:nvSpPr>
        <p:spPr>
          <a:xfrm>
            <a:off x="756517" y="2980023"/>
            <a:ext cx="35542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Important ones for beginners:</a:t>
            </a:r>
          </a:p>
          <a:p>
            <a:endParaRPr lang="en-US" sz="2000" dirty="0"/>
          </a:p>
          <a:p>
            <a:r>
              <a:rPr lang="en-US" sz="2000" dirty="0"/>
              <a:t>git add </a:t>
            </a:r>
          </a:p>
          <a:p>
            <a:r>
              <a:rPr lang="en-US" sz="2000" dirty="0"/>
              <a:t>git commit -m "message“</a:t>
            </a:r>
          </a:p>
          <a:p>
            <a:r>
              <a:rPr lang="en-US" sz="2000" dirty="0"/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4123053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EE82A-07C9-F101-0DF4-2CCA01A3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The Importance of README Files (Documentation)</a:t>
            </a:r>
          </a:p>
        </p:txBody>
      </p:sp>
      <p:sp>
        <p:nvSpPr>
          <p:cNvPr id="1332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75A3-954E-35FB-004B-FF320E773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Typical README sections:</a:t>
            </a:r>
          </a:p>
          <a:p>
            <a:pPr lvl="1"/>
            <a:r>
              <a:rPr lang="en-US" sz="2200"/>
              <a:t>Project description</a:t>
            </a:r>
          </a:p>
          <a:p>
            <a:pPr lvl="1"/>
            <a:r>
              <a:rPr lang="en-US" sz="2200"/>
              <a:t>Installation instructions</a:t>
            </a:r>
          </a:p>
          <a:p>
            <a:pPr lvl="1"/>
            <a:r>
              <a:rPr lang="en-US" sz="2200"/>
              <a:t>Usage</a:t>
            </a:r>
          </a:p>
          <a:p>
            <a:pPr lvl="1"/>
            <a:r>
              <a:rPr lang="en-US" sz="2200"/>
              <a:t>Author</a:t>
            </a:r>
          </a:p>
          <a:p>
            <a:endParaRPr lang="en-US" sz="2200"/>
          </a:p>
        </p:txBody>
      </p:sp>
      <p:pic>
        <p:nvPicPr>
          <p:cNvPr id="13314" name="Picture 2" descr="It doesn't need documentation · ProgrammerHumor.io">
            <a:extLst>
              <a:ext uri="{FF2B5EF4-FFF2-40B4-BE49-F238E27FC236}">
                <a16:creationId xmlns:a16="http://schemas.microsoft.com/office/drawing/2014/main" id="{0B0AA7EA-2800-EE67-4AE9-65D09C269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61075" y="640080"/>
            <a:ext cx="449016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4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DEC6E6-719C-F23C-FDF7-19DE9A21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Common Beginner Mistakes</a:t>
            </a:r>
          </a:p>
        </p:txBody>
      </p:sp>
      <p:sp>
        <p:nvSpPr>
          <p:cNvPr id="1434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97CA-E9E7-AC0B-E711-7B7E631E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Common issues:</a:t>
            </a:r>
          </a:p>
          <a:p>
            <a:pPr lvl="1"/>
            <a:r>
              <a:rPr lang="en-US" sz="2200"/>
              <a:t>forgetting to commit</a:t>
            </a:r>
          </a:p>
          <a:p>
            <a:pPr lvl="1"/>
            <a:r>
              <a:rPr lang="en-US" sz="2200"/>
              <a:t>poor commit messages (for logging changes)</a:t>
            </a:r>
          </a:p>
          <a:p>
            <a:pPr lvl="1"/>
            <a:r>
              <a:rPr lang="en-US" sz="2200"/>
              <a:t>uploading unnecessary files</a:t>
            </a:r>
          </a:p>
          <a:p>
            <a:r>
              <a:rPr lang="en-US" sz="2200"/>
              <a:t>Good commit message: 'Fix login validation bug'</a:t>
            </a:r>
          </a:p>
        </p:txBody>
      </p:sp>
      <p:pic>
        <p:nvPicPr>
          <p:cNvPr id="14338" name="Picture 2" descr="r/ProgrammerHumor - Deleted the entire team's history Let me just 'git push --force' to fix this Git is too hard and dangerous!">
            <a:extLst>
              <a:ext uri="{FF2B5EF4-FFF2-40B4-BE49-F238E27FC236}">
                <a16:creationId xmlns:a16="http://schemas.microsoft.com/office/drawing/2014/main" id="{970AEEC3-40B1-CF3B-D376-63618EB0F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6300" y="640080"/>
            <a:ext cx="4099712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23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DF165-986D-9BDF-02D3-D4E5A2DB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GitHub in Industry</a:t>
            </a:r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9CC6F-F743-DAEB-6F2F-8EDAFD0A9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Most software teams use Git-based workflows.</a:t>
            </a:r>
          </a:p>
          <a:p>
            <a:r>
              <a:rPr lang="en-US" sz="2000"/>
              <a:t>Common platforms:</a:t>
            </a:r>
          </a:p>
          <a:p>
            <a:pPr marL="457200" lvl="1" indent="0">
              <a:buNone/>
            </a:pPr>
            <a:r>
              <a:rPr lang="en-US" sz="2000"/>
              <a:t>• GitHub (bought by Microsoft)</a:t>
            </a:r>
          </a:p>
          <a:p>
            <a:pPr marL="457200" lvl="1" indent="0">
              <a:buNone/>
            </a:pPr>
            <a:r>
              <a:rPr lang="en-US" sz="2000"/>
              <a:t>• GitLab</a:t>
            </a:r>
          </a:p>
          <a:p>
            <a:pPr marL="457200" lvl="1" indent="0">
              <a:buNone/>
            </a:pPr>
            <a:r>
              <a:rPr lang="en-US" sz="2000"/>
              <a:t>• Bitbucket</a:t>
            </a:r>
          </a:p>
          <a:p>
            <a:r>
              <a:rPr lang="en-US" sz="2000"/>
              <a:t>Git is an industry standard.</a:t>
            </a:r>
          </a:p>
          <a:p>
            <a:endParaRPr lang="en-US" sz="2000"/>
          </a:p>
        </p:txBody>
      </p:sp>
      <p:pic>
        <p:nvPicPr>
          <p:cNvPr id="11266" name="Picture 2" descr="Humor – GitHub and Microsoft, 6 memes, because you know ...">
            <a:extLst>
              <a:ext uri="{FF2B5EF4-FFF2-40B4-BE49-F238E27FC236}">
                <a16:creationId xmlns:a16="http://schemas.microsoft.com/office/drawing/2014/main" id="{9C28E5F8-5481-0081-6C18-18DB3D43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124883"/>
            <a:ext cx="6903720" cy="460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4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264E9-5562-21D4-1FF2-6273D4EB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GitHub and Hackathons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83B08-4C97-5BD2-5F8D-67ACF6A5C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Used to judge code and Readme</a:t>
            </a:r>
          </a:p>
          <a:p>
            <a:r>
              <a:rPr lang="en-US" sz="2000"/>
              <a:t>Common errors:</a:t>
            </a:r>
          </a:p>
          <a:p>
            <a:pPr lvl="1"/>
            <a:r>
              <a:rPr lang="en-US" sz="2000"/>
              <a:t>API passwords in public</a:t>
            </a:r>
          </a:p>
          <a:p>
            <a:pPr lvl="1"/>
            <a:r>
              <a:rPr lang="en-US" sz="2000"/>
              <a:t>Merging 5 minutes before submission</a:t>
            </a:r>
          </a:p>
        </p:txBody>
      </p:sp>
      <p:pic>
        <p:nvPicPr>
          <p:cNvPr id="1026" name="Picture 2" descr="Hackathon · ProgrammerHumor.io">
            <a:extLst>
              <a:ext uri="{FF2B5EF4-FFF2-40B4-BE49-F238E27FC236}">
                <a16:creationId xmlns:a16="http://schemas.microsoft.com/office/drawing/2014/main" id="{6121CD8D-0346-C7B9-4955-DFC14919B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05862" y="2484255"/>
            <a:ext cx="416161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73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4FDE8-07A9-9170-FA09-598335BB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 us set up GitHub and check out some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444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Git, Github, and Version Control</vt:lpstr>
      <vt:lpstr>Version Control</vt:lpstr>
      <vt:lpstr>Version Control</vt:lpstr>
      <vt:lpstr>Git was created for Version Control</vt:lpstr>
      <vt:lpstr>Git</vt:lpstr>
      <vt:lpstr>Github</vt:lpstr>
      <vt:lpstr>Basic Github terms and commands</vt:lpstr>
      <vt:lpstr>Repository (repo)</vt:lpstr>
      <vt:lpstr>Add and Commit</vt:lpstr>
      <vt:lpstr>Branch</vt:lpstr>
      <vt:lpstr>Basic workflow of GitHub</vt:lpstr>
      <vt:lpstr>Some Git commands</vt:lpstr>
      <vt:lpstr>The Importance of README Files (Documentation)</vt:lpstr>
      <vt:lpstr>Common Beginner Mistakes</vt:lpstr>
      <vt:lpstr>GitHub in Industry</vt:lpstr>
      <vt:lpstr>GitHub and Hackathons</vt:lpstr>
      <vt:lpstr>Let us set up GitHub and check out some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Manczur</dc:creator>
  <cp:lastModifiedBy>Jonathan Manczur</cp:lastModifiedBy>
  <cp:revision>2</cp:revision>
  <dcterms:created xsi:type="dcterms:W3CDTF">2026-03-16T16:09:38Z</dcterms:created>
  <dcterms:modified xsi:type="dcterms:W3CDTF">2026-03-17T17:03:20Z</dcterms:modified>
</cp:coreProperties>
</file>